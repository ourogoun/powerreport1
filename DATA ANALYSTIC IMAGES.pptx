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7" autoAdjust="0"/>
    <p:restoredTop sz="94660"/>
  </p:normalViewPr>
  <p:slideViewPr>
    <p:cSldViewPr snapToGrid="0">
      <p:cViewPr varScale="1">
        <p:scale>
          <a:sx n="45" d="100"/>
          <a:sy n="45" d="100"/>
        </p:scale>
        <p:origin x="4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FD240-3303-48B2-CF69-BA2BD1855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60AACB-D934-454B-8AE2-3A2FEAAE8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F2BD9-30AD-7820-9734-C2D289D2C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F4C2B-2E27-DA5C-046C-F7F12C6D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FDC37-5A70-CFD9-21DF-1218DB70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1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704F-FB2B-36DD-EC8C-9CB8B764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78CF6-866E-8526-7054-AF6200135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2DBAA-079C-EC79-6C46-D87EDCF0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4984-EC61-53B3-F301-E8912EE3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30144-9942-FB6B-9532-B14926E3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1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63C8-80E3-7F05-8792-85F52F002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1AC3A-CB56-749B-3747-9E4B76C63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D17B3-7CB5-83F4-83FF-3C0C807E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8F83F-4A22-D4FC-3E7A-EA24046FC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2DDC3-636E-CC26-55B3-CDABFDE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12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C641-7B79-A67D-6E59-D93AC48EA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4AF44-A423-A5A1-E190-80A365D90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DF94D-7058-7C3C-E55C-EF2ADC5E7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DC5A3-3152-D9B0-58F6-4655BBB7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05EE7-F77C-EF92-2F10-21859A1A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0763E-1600-A72D-1CD7-7A98097E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1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70F0-8A02-9223-DCAC-D195A2F17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3F58D-A84E-BFEE-F8D6-6050AFDFC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59910-0C9C-A196-49A2-6E6B5444B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35A8B2-AF45-A97B-E264-68CB01746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DBD6AC-D55C-A817-BB74-22776C775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D57DE-D3AC-9B0A-9D41-8E764F1F2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8DCBD-18AD-A7E1-47B4-70C9BAC5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BF63A3-2A24-6D00-F63C-BE1F5F8F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7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8FE17-C617-E712-9F55-86373E96A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2F9FE-2872-2909-0AA4-6F06EB21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EAA62-BA6E-CA64-81F3-5ADF2DBE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9C065-87B2-0334-06EB-66997A6F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96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0D2AC-A06A-3E12-DF03-021147048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F050C-D123-4F3B-E091-9A7621DB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ADD4B-55A5-E368-3F4C-3160285C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99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815BA-AE45-B8DF-17C2-5E2B9345A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80AE1-7891-FCFE-F187-50331EA0C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E94E7-E398-0A18-CB5F-BB2ED250D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2A096-C3D5-F496-A25A-62B3C769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500EC-BDE3-7293-399C-29318D8B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0943-92A9-AB94-F6EB-9B908098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89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E7CBB-8D98-47C4-EBE1-2000E3AE7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10712A-A062-5A29-BB9A-4899BF163A8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EC4FF-94B9-9A58-82AE-8DD92C780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767D8-6445-424C-73C6-FCC35A09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7CCA2-1096-AAF5-4EDB-4B648429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E8DD6-14F4-C9AE-295B-311F126C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8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DBEE9-C460-1DA9-C204-63C41013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92DA4-0CD5-E08C-56B1-63F540C87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B1D0-A0F9-EAD6-07FE-81ABDFBFF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7F1-8593-CCA7-BB27-365A79D44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00982-730A-3FBE-14B5-D7DC108A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2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8851FA-0306-40A7-9158-0C0C15214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A450A-951E-300C-F87F-3172E382F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5D56-DB44-4864-D5E0-CE653B0F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91D8C-57D6-B8A1-FE6C-DC3819F5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9409C-BED6-459D-0AB5-B71566B67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82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09856-FEA1-3599-D668-EF5074F6E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C21EC-E025-970D-F947-5334BCD86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82FBD-B37D-7CEA-F456-9A674D78D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D28F1-A9FD-476C-8ABA-F47083DEE8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1EDED-F783-DDC4-9913-1531869EA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B64F7-0B66-9FBF-B1E6-65E46AD8F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37DC0-BCAA-4A74-8C15-9551BAB42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8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2741-6762-FF2E-FCF3-6F682094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DATA ANALYSTIC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9EE03-6D19-D652-5C7F-64F0E63F8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JUPYTER LAB TO GET THE DASHBOEARD OF SALEBD</a:t>
            </a:r>
          </a:p>
          <a:p>
            <a:r>
              <a:rPr lang="en-US" dirty="0"/>
              <a:t>REVENU BY CITY</a:t>
            </a:r>
          </a:p>
          <a:p>
            <a:r>
              <a:rPr lang="en-US" dirty="0"/>
              <a:t>REVENU BY PRODUCT</a:t>
            </a:r>
          </a:p>
          <a:p>
            <a:r>
              <a:rPr lang="en-US" dirty="0"/>
              <a:t>REVENU BY ORDERDATE (DAILY)</a:t>
            </a:r>
          </a:p>
          <a:p>
            <a:r>
              <a:rPr lang="en-US" dirty="0"/>
              <a:t>TOP 5 CUSTOMER REVENU</a:t>
            </a:r>
          </a:p>
          <a:p>
            <a:r>
              <a:rPr lang="en-US" dirty="0"/>
              <a:t> CUSTOMERS SPENDING BY CITY</a:t>
            </a:r>
          </a:p>
        </p:txBody>
      </p:sp>
    </p:spTree>
    <p:extLst>
      <p:ext uri="{BB962C8B-B14F-4D97-AF65-F5344CB8AC3E}">
        <p14:creationId xmlns:p14="http://schemas.microsoft.com/office/powerpoint/2010/main" val="3566436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FD959-B810-073F-65C3-182741D0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REVENU BY CITY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4DB15-166B-27FB-87D1-FAC9BFD99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126" y="1825625"/>
            <a:ext cx="7617611" cy="479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1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1220-DD15-0216-D6F3-EF545999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REVENU BY PRODUCT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5965DE-BB10-E329-7E25-C69BAC2CE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4822" y="1825625"/>
            <a:ext cx="77823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2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D4379-E420-05FA-67E7-43CD9F61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 BY ORDERDATE (DAILY)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8B44AD-BB78-BBFA-B23C-51042F7F8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6714" y="1825625"/>
            <a:ext cx="75385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97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E75C-7696-5537-FC5D-93221BC5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TOP 5 CUSTOMER REVENU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58BC34-F74A-CD4C-4B84-73E129762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3772" y="1825625"/>
            <a:ext cx="76444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64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6C59C-2D63-7BFF-5DC0-DB05BA35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CUSTOMERS SPENDING BY CITY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2B9204-259A-FC5E-C525-3BE9F2FA1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3920" y="1825625"/>
            <a:ext cx="55241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53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              DATA ANALYSTIC IMAGES</vt:lpstr>
      <vt:lpstr>                REVENU BY CITY</vt:lpstr>
      <vt:lpstr>              REVENU BY PRODUCT</vt:lpstr>
      <vt:lpstr>REVENU BY ORDERDATE (DAILY)</vt:lpstr>
      <vt:lpstr>          TOP 5 CUSTOMER REVENU</vt:lpstr>
      <vt:lpstr>  CUSTOMERS SPENDING BY CITY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Ouro Gouni, Arafat</dc:creator>
  <cp:lastModifiedBy>Ouro Gouni, Arafat</cp:lastModifiedBy>
  <cp:revision>1</cp:revision>
  <dcterms:created xsi:type="dcterms:W3CDTF">2026-10-22T03:43:57Z</dcterms:created>
  <dcterms:modified xsi:type="dcterms:W3CDTF">2026-10-22T03:51:52Z</dcterms:modified>
</cp:coreProperties>
</file>